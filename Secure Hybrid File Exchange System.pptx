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60d804879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60d804879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0d804879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0d804879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60d804879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60d80487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60d804879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60d804879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60d804879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60d804879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156b0d24_3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156b0d24_3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c170b166_4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6c170b166_4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6c170b166_47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6c170b166_47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6c170b166_4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6c170b166_4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60d804879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60d804879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c170b166_4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c170b166_4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170b166_26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170b166_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6c170b166_26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6c170b166_26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156b0d24_3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6156b0d24_3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6c170b166_26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6c170b166_2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c170b166_26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c170b166_26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170b166_26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170b166_2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6c170b166_2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6c170b166_2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6c170b166_2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6c170b166_2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6bce50e3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6bce50e3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Relationship Id="rId4" Type="http://schemas.openxmlformats.org/officeDocument/2006/relationships/hyperlink" Target="https://github.com/einavbs1/Secure_Hybrid_File_Exchange_System" TargetMode="External"/><Relationship Id="rId5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ext more clear and less blurry.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0175"/>
            <a:ext cx="92154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3846" y="4587500"/>
            <a:ext cx="463000" cy="47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ext more clear and less blurry.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ext more clear and less blurry.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ext more clear and less blurry."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ext more clear and less blurry."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x the text to be less bulry."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ext less blury"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ext less blury"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text font to : &quot;Inter&quot;"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text more clear and less blurry."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text font to : &quot;Inter&quot;"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text font to : &quot;Inter&quot;"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text font to : &quot;Inter&quot;"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14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text font to : &quot;Inter&quot;"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text font to : &quot;Inter&quot;"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text font to : &quot;Inter&quot;"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text font to : &quot;Inter&quot;"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text font to : &quot;Inter&quot;" id="145" name="Google Shape;1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background of this slide be with the color: #F0EFEA"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